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media1.webm" ContentType="video/webm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1365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.png"/><Relationship Id="rId2" Type="http://schemas.microsoft.com/office/2007/relationships/media" Target="../media/media1.webm"/><Relationship Id="rId1" Type="http://schemas.openxmlformats.org/officeDocument/2006/relationships/video" Target="../media/media1.webm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40080" y="640080"/>
            <a:ext cx="109728" cy="5394960"/>
          </a:xfrm>
          <a:prstGeom prst="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1051560" y="1097280"/>
            <a:ext cx="914400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6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WORK BEHIND THE WORK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1051560" y="1714500"/>
            <a:ext cx="10287000" cy="154305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>
            <a:defPPr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33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buNone/>
              <a:defRPr sz="3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How can organisations detect</a:t>
            </a:r>
            <a:endParaRPr sz="3375" b="1">
              <a:solidFill>
                <a:srgbClr val="FFFFFF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  <a:p>
            <a:pPr>
              <a:buNone/>
              <a:defRPr sz="3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data-pipeline failures before they</a:t>
            </a:r>
            <a:endParaRPr sz="3375" b="1">
              <a:solidFill>
                <a:srgbClr val="FFFFFF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  <a:p>
            <a:pPr>
              <a:buNone/>
              <a:defRPr sz="3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FFFFF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disrupt business reporting?</a:t>
            </a:r>
            <a:endParaRPr sz="3375" b="1">
              <a:solidFill>
                <a:srgbClr val="FFFFFF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51560" y="3981450"/>
            <a:ext cx="9144000" cy="3460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2250">
                <a:solidFill>
                  <a:srgbClr val="DAE4F2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buNone/>
              <a:defRPr sz="2400" b="0">
                <a:solidFill>
                  <a:srgbClr val="DAE4F2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DAE4F2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Pipeline </a:t>
            </a:r>
            <a:r>
              <a:rPr sz="2250">
                <a:solidFill>
                  <a:srgbClr val="DAE4F2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Sentinel</a:t>
            </a:r>
            <a:endParaRPr sz="2250">
              <a:solidFill>
                <a:srgbClr val="DAE4F2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465820" y="5569585"/>
            <a:ext cx="3161665" cy="9715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defPPr>
            <a:lvl1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2pPr>
            <a:lvl3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3pPr>
            <a:lvl4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4pPr>
            <a:lvl5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5pPr>
            <a:lvl6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6pPr>
            <a:lvl7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8pPr>
            <a:lvl9pPr>
              <a:buNone/>
              <a:defRPr sz="1575">
                <a:solidFill>
                  <a:srgbClr val="AEBED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buNone/>
              <a:defRPr sz="1400" b="0">
                <a:solidFill>
                  <a:srgbClr val="AEBED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Team members: </a:t>
            </a:r>
            <a:endParaRPr sz="1575">
              <a:solidFill>
                <a:schemeClr val="bg1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  <a:p>
            <a:pPr>
              <a:buNone/>
              <a:defRPr sz="1400" b="0">
                <a:solidFill>
                  <a:srgbClr val="AEBED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 </a:t>
            </a:r>
            <a:r>
              <a:rPr lang="en-US"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                      </a:t>
            </a:r>
            <a:r>
              <a:rPr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Kiruthika J </a:t>
            </a:r>
            <a:endParaRPr sz="1575">
              <a:solidFill>
                <a:schemeClr val="bg1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  <a:p>
            <a:pPr>
              <a:buNone/>
              <a:defRPr sz="1400" b="0">
                <a:solidFill>
                  <a:srgbClr val="AEBED4"/>
                </a:solidFill>
                <a:latin typeface="Aptos"/>
                <a:ea typeface="Aptos"/>
                <a:cs typeface="Aptos"/>
              </a:defRPr>
            </a:pPr>
            <a:r>
              <a:rPr lang="en-US"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                       </a:t>
            </a:r>
            <a:r>
              <a:rPr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Mahisha V</a:t>
            </a:r>
            <a:endParaRPr sz="1575">
              <a:solidFill>
                <a:schemeClr val="bg1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  <a:p>
            <a:pPr>
              <a:buNone/>
              <a:defRPr sz="1400" b="0">
                <a:solidFill>
                  <a:srgbClr val="AEBED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 </a:t>
            </a:r>
            <a:r>
              <a:rPr lang="en-US"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                      </a:t>
            </a:r>
            <a:r>
              <a:rPr sz="1575">
                <a:solidFill>
                  <a:schemeClr val="bg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Hema Dharshini A S</a:t>
            </a:r>
            <a:endParaRPr sz="1575">
              <a:solidFill>
                <a:schemeClr val="bg1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>
            <a:spLocks noGrp="1"/>
          </p:cNvSpPr>
          <p:nvPr/>
        </p:nvSpPr>
        <p:spPr>
          <a:xfrm>
            <a:off x="594360" y="841248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Silent pipeline failures make stale reports look current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640080" y="1828800"/>
            <a:ext cx="530352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14400" y="2148840"/>
            <a:ext cx="466344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8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What happens 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today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14400" y="2834640"/>
            <a:ext cx="4572000" cy="1353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 scheduled job fails or runs late. Teams find out after a dashboard looks wrong or a stakeholder asks why the numbers changed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6263640" y="1828800"/>
            <a:ext cx="52578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6537960" y="2148840"/>
            <a:ext cx="466344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8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Who feels the impact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6537960" y="2834640"/>
            <a:ext cx="4572000" cy="13538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2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Data engineers lose time diagnosing issues. Finance, operations, and analytics users may make decisions using incomplete or outdated data.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31520" y="5897880"/>
            <a:ext cx="10058400" cy="260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7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core question: how can teams detect trouble before reports go stale</a:t>
            </a:r>
            <a: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>
            <a:spLocks noGrp="1"/>
          </p:cNvSpPr>
          <p:nvPr/>
        </p:nvSpPr>
        <p:spPr>
          <a:xfrm>
            <a:off x="594360" y="84124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t>One view connects run health to data freshness</a:t>
            </a: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731520" y="2057400"/>
            <a:ext cx="338328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60120" y="2331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960120" y="2926080"/>
            <a:ext cx="2834640" cy="353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3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Monitor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60120" y="3657600"/>
            <a:ext cx="27889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Track run status, expected completion, and freshness</a:t>
            </a:r>
            <a:r>
              <a:t>.</a:t>
            </a:r>
          </a:p>
        </p:txBody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4526280" y="2057400"/>
            <a:ext cx="338328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754880" y="2331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4754880" y="2926080"/>
            <a:ext cx="2834640" cy="353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3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Surface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4754880" y="3657600"/>
            <a:ext cx="2788920" cy="553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Flag delayed and failed jobs in a visible signal feed</a:t>
            </a:r>
            <a:r>
              <a:t>.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321040" y="2057400"/>
            <a:ext cx="3383280" cy="3063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549640" y="23317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8549640" y="2926080"/>
            <a:ext cx="2834640" cy="353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3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Respond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549640" y="3657600"/>
            <a:ext cx="2788920" cy="8305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Give owners a clear first action before users rely on stale reports</a:t>
            </a:r>
            <a: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>
            <a:spLocks noGrp="1"/>
          </p:cNvSpPr>
          <p:nvPr/>
        </p:nvSpPr>
        <p:spPr>
          <a:xfrm>
            <a:off x="594360" y="841248"/>
            <a:ext cx="10972800" cy="461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 small, self-contained proof of concept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731520" y="1737360"/>
            <a:ext cx="667512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051560" y="201168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t>PIPELINE STATUS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051560" y="2697480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6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Finance daily load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3886200" y="2697480"/>
            <a:ext cx="283464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400" b="1">
                <a:solidFill>
                  <a:srgbClr val="E8A83D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Delayed · 12 min late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1051560" y="3090672"/>
            <a:ext cx="5303520" cy="54864"/>
          </a:xfrm>
          <a:prstGeom prst="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051560" y="3410712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6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Customer event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s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3886200" y="3410712"/>
            <a:ext cx="283464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400" b="1">
                <a:solidFill>
                  <a:srgbClr val="38A979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Healthy · 6 min ago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1051560" y="3803904"/>
            <a:ext cx="5303520" cy="54864"/>
          </a:xfrm>
          <a:prstGeom prst="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051560" y="4123944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6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I</a:t>
            </a:r>
            <a:r>
              <a:rPr>
                <a:latin typeface="Times New Roman" panose="02020603050405020304" charset="0"/>
                <a:cs typeface="Times New Roman" panose="02020603050405020304" charset="0"/>
              </a:rPr>
              <a:t>nventory sync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3886200" y="4123944"/>
            <a:ext cx="283464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400" b="1">
                <a:solidFill>
                  <a:srgbClr val="E25C61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Failed · 21 min ago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1051560" y="4517136"/>
            <a:ext cx="5303520" cy="54864"/>
          </a:xfrm>
          <a:prstGeom prst="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051560" y="4837176"/>
            <a:ext cx="29260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6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Marketing attribution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3886200" y="4837176"/>
            <a:ext cx="283464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400" b="1">
                <a:solidFill>
                  <a:srgbClr val="38A979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Healthy · 14 min ago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1051560" y="5230368"/>
            <a:ext cx="5303520" cy="54864"/>
          </a:xfrm>
          <a:prstGeom prst="rect">
            <a:avLst/>
          </a:prstGeom>
          <a:solidFill>
            <a:srgbClr val="E6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7955279" y="2057400"/>
            <a:ext cx="3291840" cy="2921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Included in the demo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7955279" y="2788920"/>
            <a:ext cx="3200400" cy="13074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7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• Monitored pipeline summary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• Ownership and run status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• Freshness indicators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• Recent failure signals</a:t>
            </a:r>
            <a:br>
              <a:rPr>
                <a:latin typeface="Times New Roman" panose="02020603050405020304" charset="0"/>
                <a:cs typeface="Times New Roman" panose="02020603050405020304" charset="0"/>
              </a:rPr>
            </a:br>
            <a:r>
              <a:rPr>
                <a:latin typeface="Times New Roman" panose="02020603050405020304" charset="0"/>
                <a:cs typeface="Times New Roman" panose="02020603050405020304" charset="0"/>
              </a:rPr>
              <a:t>• Incident simulation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>
            <a:spLocks noGrp="1"/>
          </p:cNvSpPr>
          <p:nvPr/>
        </p:nvSpPr>
        <p:spPr>
          <a:xfrm>
            <a:off x="594360" y="84124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t>Earlier visibility can reduce avoidable surprise</a:t>
            </a: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777240" y="1828800"/>
            <a:ext cx="109728" cy="822960"/>
          </a:xfrm>
          <a:prstGeom prst="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1143000" y="18288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t>Faster awareness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4251960" y="182880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Surface a delay before a report consumer flags it.</a:t>
            </a: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77240" y="3063240"/>
            <a:ext cx="109728" cy="822960"/>
          </a:xfrm>
          <a:prstGeom prst="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1143000" y="30632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t>Clearer ownership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4251960" y="306324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Show the responsible domain beside the pipeline.</a:t>
            </a: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777240" y="4297680"/>
            <a:ext cx="109728" cy="822960"/>
          </a:xfrm>
          <a:prstGeom prst="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1143000" y="42976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t>Better trust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4251960" y="429768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9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Make freshness visible instead of implied.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22960" y="571500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7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t>Prototype outcome: a shared starting point for investigation and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>
            <a:spLocks noGrp="1"/>
          </p:cNvSpPr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t>05 / NEXT STEPS</a:t>
            </a: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594360" y="84124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t>Connect the concept to real operational signals</a:t>
            </a: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822960" y="1828800"/>
            <a:ext cx="411480" cy="411480"/>
          </a:xfrm>
          <a:prstGeom prst="round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932688" y="186537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508760" y="181965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Ingest scheduler and warehouse run metadata</a:t>
            </a:r>
          </a:p>
        </p:txBody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22960" y="2606040"/>
            <a:ext cx="411480" cy="411480"/>
          </a:xfrm>
          <a:prstGeom prst="round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932688" y="264261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1508760" y="259689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Agree freshness targets with report owners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822960" y="3383280"/>
            <a:ext cx="411480" cy="411480"/>
          </a:xfrm>
          <a:prstGeom prst="round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932688" y="341985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1508760" y="337413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Route alerts to the pipeline owner</a:t>
            </a:r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822960" y="4160520"/>
            <a:ext cx="411480" cy="411480"/>
          </a:xfrm>
          <a:prstGeom prst="roundRect">
            <a:avLst/>
          </a:prstGeom>
          <a:solidFill>
            <a:srgbClr val="34B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932688" y="4197096"/>
            <a:ext cx="228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508760" y="4151376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20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t>Track acknowledgement and time to recovery</a:t>
            </a:r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22960" y="5532120"/>
            <a:ext cx="10058400" cy="215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4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781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1C35"/>
                </a:solidFill>
                <a:latin typeface="Aptos"/>
                <a:ea typeface="Aptos"/>
                <a:cs typeface="Aptos"/>
              </a:rPr>
              <a:t>Data-pipeline failures can make stale reports look current</a:t>
            </a:r>
            <a:endParaRPr sz="3000" b="1">
              <a:solidFill>
                <a:srgbClr val="101C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7430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WHO HAS THE PROBLEM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2152650"/>
            <a:ext cx="1047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Data engineers responsible for pipeline reliability, and finance, operations, and analytics teams that depend on timely reports.</a:t>
            </a:r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32861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WHAT GOES WRONG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3695700"/>
            <a:ext cx="10477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A scheduled pipeline fails, runs late, or delivers stale data. Teams may discover the issue only after someone questions a dashboard figure.</a:t>
            </a:r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85800" y="48196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WHY IT MATTERS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5229225"/>
            <a:ext cx="1047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Outdated data can delay decisions, create manual investigation, and weaken trust in shared reporting.</a:t>
            </a:r>
            <a:endParaRPr sz="187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609600" y="781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9pPr>
          </a:lstStyle>
          <a:p>
            <a:pPr algn="ctr"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1C35"/>
                </a:solidFill>
                <a:latin typeface="Aptos"/>
                <a:ea typeface="Aptos"/>
                <a:cs typeface="Aptos"/>
              </a:rPr>
              <a:t>Pipeline Sentinel makes pipeline health visible</a:t>
            </a:r>
            <a:endParaRPr sz="3000" b="1">
              <a:solidFill>
                <a:srgbClr val="101C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733550"/>
            <a:ext cx="10382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01C35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A lightweight monitoring demo that brings run status, expected completion, and data freshness into one view.</a:t>
            </a:r>
            <a:endParaRPr sz="2000" b="0">
              <a:solidFill>
                <a:srgbClr val="101C35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30670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MONITOR</a:t>
            </a:r>
            <a:endParaRPr sz="1500" b="1">
              <a:solidFill>
                <a:srgbClr val="34B7A0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3486150"/>
            <a:ext cx="3143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chemeClr val="tx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See run status, ownership, timing, and freshness for example data jobs.</a:t>
            </a:r>
            <a:endParaRPr sz="1800" b="0">
              <a:solidFill>
                <a:schemeClr val="tx1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4333875" y="30670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SURFACE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4333875" y="3486150"/>
            <a:ext cx="3143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Spot delayed or failed jobs in a recent-signal feed before reports go stale.</a:t>
            </a:r>
            <a:endParaRPr sz="1800" b="0">
              <a:solidFill>
                <a:srgbClr val="18243A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7981950" y="3067050"/>
            <a:ext cx="2428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RESPOND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981950" y="3486150"/>
            <a:ext cx="3143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Review a suggested first action for a delayed finance load.</a:t>
            </a:r>
            <a:endParaRPr sz="1800" b="0">
              <a:solidFill>
                <a:srgbClr val="18243A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10" name="Rectangle 9"/>
          <p:cNvSpPr>
            <a:spLocks noGrp="1"/>
          </p:cNvSpPr>
          <p:nvPr/>
        </p:nvSpPr>
        <p:spPr>
          <a:xfrm>
            <a:off x="685800" y="52197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  <a:lvl1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2pPr>
            <a:lvl3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3pPr>
            <a:lvl4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4pPr>
            <a:lvl5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5pPr>
            <a:lvl6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6pPr>
            <a:lvl7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7pPr>
            <a:lvl8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8pPr>
            <a:lvl9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chemeClr val="tx1"/>
                </a:solidFill>
                <a:latin typeface="Times New Roman" panose="02020603050405020304" charset="0"/>
                <a:ea typeface="Aptos"/>
                <a:cs typeface="Times New Roman" panose="02020603050405020304" charset="0"/>
              </a:rPr>
              <a:t>Scope: synthetic example records only. The prototype does not connect to a production scheduler, warehouse, or alert service.</a:t>
            </a:r>
            <a:endParaRPr sz="2000" b="0">
              <a:solidFill>
                <a:schemeClr val="tx1"/>
              </a:solidFill>
              <a:latin typeface="Times New Roman" panose="02020603050405020304" charset="0"/>
              <a:ea typeface="Aptos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10752455" y="5384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609600" y="34290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endParaRPr sz="12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781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1C35"/>
                </a:solidFill>
                <a:latin typeface="Aptos"/>
                <a:ea typeface="Aptos"/>
                <a:cs typeface="Aptos"/>
              </a:rPr>
              <a:t>Overview, setup, and usage</a:t>
            </a:r>
            <a:endParaRPr sz="3000" b="1">
              <a:solidFill>
                <a:srgbClr val="101C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7526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OVERVIEW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2143125"/>
            <a:ext cx="1047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Pipeline Sentinel demonstrates an early-warning view for late, failed, or stale data pipelines.</a:t>
            </a:r>
            <a:endParaRPr sz="1800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3105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SETUP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3495675"/>
            <a:ext cx="1047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Download or clone the project, then open index.html in a current browser. No install, API key, server, or external service is required.</a:t>
            </a:r>
            <a:endParaRPr sz="1800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85800" y="46482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USAGE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685800" y="5038725"/>
            <a:ext cx="10477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Review pipeline status and freshness. Select “Simulate incident” to see the delayed finance load and its suggested response, then close the dialog.</a:t>
            </a:r>
            <a:endParaRPr sz="1800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>
            <a:spLocks noGrp="1"/>
          </p:cNvSpPr>
          <p:nvPr/>
        </p:nvSpPr>
        <p:spPr>
          <a:xfrm>
            <a:off x="609600" y="342900"/>
            <a:ext cx="10972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04 / RUN AND DEPLOYMENT</a:t>
            </a:r>
            <a:endParaRPr sz="12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609600" y="781050"/>
            <a:ext cx="10972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101C3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01C35"/>
                </a:solidFill>
                <a:latin typeface="Aptos"/>
                <a:ea typeface="Aptos"/>
                <a:cs typeface="Aptos"/>
              </a:rPr>
              <a:t>Run locally or publish as a static site</a:t>
            </a:r>
            <a:endParaRPr sz="3000" b="1">
              <a:solidFill>
                <a:srgbClr val="101C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17526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LOCAL RUN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2181225"/>
            <a:ext cx="10382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1. Open index.html in Chrome, Edge, Firefox, or Safari.</a:t>
            </a:r>
            <a:endParaRPr sz="1800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2. Review status and recent signals.</a:t>
            </a:r>
            <a:endParaRPr sz="1800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>
              <a:defRPr sz="18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3. Select Simulate incident and read the suggested action.</a:t>
            </a:r>
            <a:endParaRPr sz="1800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85800" y="376237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1">
                <a:solidFill>
                  <a:srgbClr val="34B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B7A0"/>
                </a:solidFill>
                <a:latin typeface="Aptos"/>
                <a:ea typeface="Aptos"/>
                <a:cs typeface="Aptos"/>
              </a:rPr>
              <a:t>GITHUB PAGES DEPLOYMENT</a:t>
            </a:r>
            <a:endParaRPr sz="1500" b="1">
              <a:solidFill>
                <a:srgbClr val="34B7A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85800" y="4191000"/>
            <a:ext cx="10382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1. Push the repository to GitHub on the main branch.</a:t>
            </a:r>
            <a:endParaRPr sz="172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2. Open Settings, then Pages, and choose Deploy from a branch.</a:t>
            </a:r>
            <a:endParaRPr sz="172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  <a:p>
            <a:pPr>
              <a:defRPr sz="17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3. Select main and /(root), save, then use the published URL shown in Pages.</a:t>
            </a:r>
            <a:endParaRPr sz="1725" b="0">
              <a:solidFill>
                <a:srgbClr val="18243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685800" y="5857875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>
            <a:normAutofit/>
          </a:bodyPr>
          <a:lstStyle>
            <a:def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static demo needs no backend, database, credentials, or environment variables.</a:t>
            </a:r>
            <a:endParaRPr sz="1350" b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12648" y="466979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 sz="3000" b="1">
                <a:solidFill>
                  <a:srgbClr val="101C35"/>
                </a:solidFill>
                <a:latin typeface="Aptos"/>
              </a:defRPr>
            </a:pPr>
            <a:r>
              <a:t>Pipeline Sentinel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44752"/>
            <a:ext cx="1088136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600" b="0">
                <a:solidFill>
                  <a:srgbClr val="18243A"/>
                </a:solidFill>
                <a:latin typeface="Aptos"/>
              </a:defRPr>
            </a:pPr>
            <a:r>
              <a:t>.</a:t>
            </a:r>
          </a:p>
        </p:txBody>
      </p:sp>
      <p:pic>
        <p:nvPicPr>
          <p:cNvPr id="5" name="demo-video.webm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86180" y="1369060"/>
            <a:ext cx="10135235" cy="4900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800" y="5807075"/>
            <a:ext cx="108813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Aptos"/>
              </a:defRPr>
            </a:pPr>
            <a: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3759</Words>
  <Application>WPS Presentation</Application>
  <PresentationFormat>Converted Presentation</PresentationFormat>
  <Paragraphs>175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Kiruthika Jayaraman</cp:lastModifiedBy>
  <cp:revision>1</cp:revision>
  <dcterms:created xsi:type="dcterms:W3CDTF">2026-10-27T14:03:47Z</dcterms:created>
  <dcterms:modified xsi:type="dcterms:W3CDTF">2026-10-27T14:03:47Z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78B1EB83919D4DDF8CCCB516320E9FF5_12</vt:lpwstr>
  </property>
</Properties>
</file>